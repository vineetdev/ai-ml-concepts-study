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7" r:id="rId2"/>
    <p:sldId id="322" r:id="rId3"/>
    <p:sldId id="324" r:id="rId4"/>
    <p:sldId id="317" r:id="rId5"/>
    <p:sldId id="316" r:id="rId6"/>
    <p:sldId id="318" r:id="rId7"/>
    <p:sldId id="323" r:id="rId8"/>
    <p:sldId id="319" r:id="rId9"/>
    <p:sldId id="320" r:id="rId10"/>
    <p:sldId id="321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59" d="100"/>
          <a:sy n="59" d="100"/>
        </p:scale>
        <p:origin x="992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47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4892-7432-DF31-373B-394B4DD2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852DC-E1D3-E558-60A7-82197D4CA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E12F3-3185-0123-8F4A-995637699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12A42-7DF2-69E1-A49C-9C9E692299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6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85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huggingface.co/datasets/ujs/hinglish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9" y="-79895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-4134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Hinglish (Hindi-English Code switched) </a:t>
            </a:r>
            <a:br>
              <a:rPr lang="en-US" sz="4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4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Speech Recognition </a:t>
            </a:r>
            <a:endParaRPr lang="en-GB" sz="44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3656814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Vineet Kumar Srivastava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21/02/2026</a:t>
            </a: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0662-C722-85F5-4F4E-286F099D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56950D-0DEC-63D7-1941-C65F15336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7" y="1105628"/>
            <a:ext cx="11859027" cy="5561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Indian AI is going to run on Voice – solves typing problem/ screen coverage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BB9062-34FE-D7BC-D1E8-05F01FE2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5FD8D-8A49-9534-7AC8-8B08D586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9D5A3D-B16E-B896-D677-A2B896B65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5" y="1661740"/>
            <a:ext cx="5750051" cy="4499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47EF61-4795-32BE-017C-7EBDA538C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713" y="1661740"/>
            <a:ext cx="5591290" cy="403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0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555D-3D17-45FE-0E27-2D9D469A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FC16C4-4B57-D537-126B-5FC2B0521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7" y="1105627"/>
            <a:ext cx="11859027" cy="51566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has evolved from probabilistic models (Hidden Markov Model, Gaussian Mixture Model) to deep-learning architectures including RNN-T and transformer sequence-to-sequence model like whisper.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Field underwent a paradigm shift with </a:t>
            </a:r>
            <a:r>
              <a:rPr lang="en-US" dirty="0"/>
              <a:t>Whisper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 a transformer sequence-to-sequence model)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Its features: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Multilingual support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Adaptability to suit specific use-cases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High accuracy and robustness to noise 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Existing ASR systems are trained on </a:t>
            </a:r>
            <a:r>
              <a:rPr lang="en-US" sz="2800" dirty="0"/>
              <a:t>monolingual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corpora i.e. language specific.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0894E6-E4E9-9A88-5F70-193CAA19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4C0D0-894A-A346-2FB1-B8DCD277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79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Code-Switching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Practice of alternating between two or more languages or language varieties in a single discourse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   Example: “kal meeting schedule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kar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dena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”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kal – Hindi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meeting – English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schedule – English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kar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– Hindi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dena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– Hindi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switching within a sentence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</a:p>
          <a:p>
            <a:r>
              <a:rPr lang="en-US" dirty="0"/>
              <a:t>Why code switching is hard for ASR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Traditional ASR assumes one language, one language model and one phoneme inventory.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But Hinglish as Hindi grammar as well as English words, Indian accented English, Mixed phonetics and variable pronunciation.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Causes confusion in language modelling.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8420D-25C1-28CC-71B9-B954C3DAA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886" y="2080161"/>
            <a:ext cx="6299626" cy="229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design and empirically evaluate a parameter-efficient fine-tuning ASR framework that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Reduces Word Error Rate (WER) on Hinglish speech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Enhances robustness across multiple SNR conditions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Preserves multilingual generalization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Operates within limited computational constraints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</a:p>
          <a:p>
            <a:r>
              <a:rPr lang="en-US" dirty="0"/>
              <a:t>Measurable Research Goals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	Achieve significant WER reduction over baseline Whisper-base.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	Quantify performance across SNR levels (5-20dB)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295173"/>
          </a:xfrm>
        </p:spPr>
        <p:txBody>
          <a:bodyPr/>
          <a:lstStyle/>
          <a:p>
            <a:r>
              <a:rPr lang="en-US" dirty="0"/>
              <a:t>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>
                <a:hlinkClick r:id="rId2"/>
              </a:rPr>
              <a:t>https://huggingface.co/datasets/ujs/hinglish</a:t>
            </a:r>
            <a:r>
              <a:rPr lang="en-US" sz="2000" dirty="0"/>
              <a:t>  - Hugging face wrapper for </a:t>
            </a:r>
            <a:r>
              <a:rPr lang="en-US" sz="2000" dirty="0" err="1"/>
              <a:t>OpenSLR</a:t>
            </a:r>
            <a:r>
              <a:rPr lang="en-US" sz="2000" dirty="0"/>
              <a:t> 104 </a:t>
            </a:r>
          </a:p>
          <a:p>
            <a:pPr marL="0" indent="0">
              <a:buNone/>
            </a:pPr>
            <a:r>
              <a:rPr lang="en-US" sz="2000" dirty="0"/>
              <a:t>	dataset by IIT Madras.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Methodology, Datasets, and Tools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858452-8024-2A95-20E6-5C535FE4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16" y="1654100"/>
            <a:ext cx="5751042" cy="209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D82C-948E-462A-A8F1-E81EBF91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56A068-A323-3021-8E51-A6E9FF115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  <a:p>
            <a:pPr marL="0" indent="0">
              <a:buNone/>
            </a:pPr>
            <a:r>
              <a:rPr lang="en-US" dirty="0"/>
              <a:t>	Dataset preparation </a:t>
            </a:r>
            <a:r>
              <a:rPr lang="en-US" dirty="0">
                <a:sym typeface="Wingdings" panose="05000000000000000000" pitchFamily="2" charset="2"/>
              </a:rPr>
              <a:t> Fine-tuning  Metrics Comparison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Metrics: WER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(Word Error Rate), </a:t>
            </a:r>
            <a:r>
              <a:rPr lang="en-US" dirty="0"/>
              <a:t>CER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(Character Error Rate)</a:t>
            </a:r>
          </a:p>
          <a:p>
            <a:pPr marL="0" indent="0">
              <a:buNone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Deep Learning Framework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Pytorch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Development Environment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Google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colab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834E64-8B09-D2D6-49D9-870969BA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Methodology, Datasets, and Tools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CC1B4-1DC2-4617-482A-F3F0CC01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982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1118</TotalTime>
  <Words>369</Words>
  <Application>Microsoft Office PowerPoint</Application>
  <PresentationFormat>Widescreen</PresentationFormat>
  <Paragraphs>88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Garamond</vt:lpstr>
      <vt:lpstr>Lato</vt:lpstr>
      <vt:lpstr>Wingdings</vt:lpstr>
      <vt:lpstr>Office Theme</vt:lpstr>
      <vt:lpstr>Hinglish (Hindi-English Code switched)  Speech Recognition </vt:lpstr>
      <vt:lpstr>Background</vt:lpstr>
      <vt:lpstr>Background</vt:lpstr>
      <vt:lpstr>Background</vt:lpstr>
      <vt:lpstr>Problem Statement</vt:lpstr>
      <vt:lpstr>Methodology, Datasets, and Tools used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Vineet Srivastava</cp:lastModifiedBy>
  <cp:revision>135</cp:revision>
  <cp:lastPrinted>2021-11-16T14:38:43Z</cp:lastPrinted>
  <dcterms:created xsi:type="dcterms:W3CDTF">2016-11-08T06:06:47Z</dcterms:created>
  <dcterms:modified xsi:type="dcterms:W3CDTF">2026-02-20T11:05:35Z</dcterms:modified>
</cp:coreProperties>
</file>